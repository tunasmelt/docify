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Docify PPTX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real PPTX created for testing Docling ingestion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2026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reached $1,410,000 in Q3 2026</a:t>
            </a:r>
          </a:p>
          <a:p>
            <a:r>
              <a:t>Growth of 4.4% over Q2 2026</a:t>
            </a:r>
          </a:p>
          <a:p>
            <a:r>
              <a:t>Customer count grew to 5,200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Chart</a:t>
            </a:r>
          </a:p>
        </p:txBody>
      </p:sp>
      <p:pic>
        <p:nvPicPr>
          <p:cNvPr id="3" name="Picture 2" descr="_slid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